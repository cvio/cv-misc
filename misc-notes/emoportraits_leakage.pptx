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06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6358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BD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EMOPortraits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Bleed &amp; Identity Leakage — What We Know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2286000" cy="36576"/>
          </a:xfrm>
          <a:prstGeom prst="rect">
            <a:avLst/>
          </a:prstGeom>
          <a:solidFill>
            <a:srgbClr val="0ABD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Review  •  April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EMOPortraits?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937760" cy="777240"/>
          </a:xfrm>
          <a:prstGeom prst="rect">
            <a:avLst/>
          </a:prstGeom>
          <a:solidFill>
            <a:srgbClr val="1E24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73152" cy="777240"/>
          </a:xfrm>
          <a:prstGeom prst="rect">
            <a:avLst/>
          </a:prstGeom>
          <a:solidFill>
            <a:srgbClr val="0ABD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2435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B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Origin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51790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MegaPortraits (Samsung, 2022). Published at CVPR 2024.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4937760" cy="777240"/>
          </a:xfrm>
          <a:prstGeom prst="rect">
            <a:avLst/>
          </a:prstGeom>
          <a:solidFill>
            <a:srgbClr val="1E24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73152" cy="777240"/>
          </a:xfrm>
          <a:prstGeom prst="rect">
            <a:avLst/>
          </a:prstGeom>
          <a:solidFill>
            <a:srgbClr val="0ABD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1579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B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43230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head avatar synthesis — animate a single photo with a driving video or audio.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4937760" cy="777240"/>
          </a:xfrm>
          <a:prstGeom prst="rect">
            <a:avLst/>
          </a:prstGeom>
          <a:solidFill>
            <a:srgbClr val="1E24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73152" cy="777240"/>
          </a:xfrm>
          <a:prstGeom prst="rect">
            <a:avLst/>
          </a:prstGeom>
          <a:solidFill>
            <a:srgbClr val="0ABD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072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B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Standout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34670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Intense &amp; asymmetric expressions, speech-driven mode, cross-identity animation.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4937760" cy="777240"/>
          </a:xfrm>
          <a:prstGeom prst="rect">
            <a:avLst/>
          </a:prstGeom>
          <a:solidFill>
            <a:srgbClr val="1E24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73152" cy="777240"/>
          </a:xfrm>
          <a:prstGeom prst="rect">
            <a:avLst/>
          </a:prstGeom>
          <a:solidFill>
            <a:srgbClr val="0ABD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39867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B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Model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26110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Retrained with 17/23 FEED identities; HQ VoxCeleb2 no longer public — weaker than paper.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1280160"/>
            <a:ext cx="2834640" cy="1005840"/>
          </a:xfrm>
          <a:prstGeom prst="rect">
            <a:avLst/>
          </a:prstGeom>
          <a:solidFill>
            <a:srgbClr val="1E24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0" y="1371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0.70–0.74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943600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CSIM identity score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2468880"/>
            <a:ext cx="2834640" cy="1005840"/>
          </a:xfrm>
          <a:prstGeom prst="rect">
            <a:avLst/>
          </a:prstGeom>
          <a:solidFill>
            <a:srgbClr val="1E24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0" y="25603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70.3%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943600" y="3063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pref. for expression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0" y="3657600"/>
            <a:ext cx="2834640" cy="1005840"/>
          </a:xfrm>
          <a:prstGeom prst="rect">
            <a:avLst/>
          </a:prstGeom>
          <a:solidFill>
            <a:srgbClr val="1E24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0" y="3749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FID 59.6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943600" y="4251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quality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Types of Artifact Bleed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60120"/>
            <a:ext cx="8595360" cy="3611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were partially fixed in EMOPortraits, but neither fully solved — subsequent papers still address residual leakage.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Do Artifacts Get Worse?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8229600" cy="3474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4805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B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from FixTalk (2025): </a:t>
            </a: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self-driven mode, leakage actually helps detail generation. But in cross-driven mode, the same leakage causes severe artifacts — the model was using it as a crutch.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Lineage &amp; Follow-Up Work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8595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658368"/>
          </a:xfrm>
          <a:prstGeom prst="rect">
            <a:avLst/>
          </a:prstGeom>
          <a:solidFill>
            <a:srgbClr val="1E24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152144"/>
            <a:ext cx="457200" cy="457200"/>
          </a:xfrm>
          <a:prstGeom prst="ellipse">
            <a:avLst/>
          </a:prstGeom>
          <a:solidFill>
            <a:srgbClr val="10A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152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2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10642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neutral source images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38074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expressions in the source will persist in output regardless of driver — residual V_C leakage.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8046720" cy="658368"/>
          </a:xfrm>
          <a:prstGeom prst="rect">
            <a:avLst/>
          </a:prstGeom>
          <a:solidFill>
            <a:srgbClr val="1E24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1929384"/>
            <a:ext cx="457200" cy="457200"/>
          </a:xfrm>
          <a:prstGeom prst="ellipse">
            <a:avLst/>
          </a:prstGeom>
          <a:solidFill>
            <a:srgbClr val="10A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2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188366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Minimize identity gap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15798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face geometry between source and driver produces cleaner results. Large mismatches trigger ghost features.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8046720" cy="658368"/>
          </a:xfrm>
          <a:prstGeom prst="rect">
            <a:avLst/>
          </a:prstGeom>
          <a:solidFill>
            <a:srgbClr val="1E24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706624"/>
            <a:ext cx="457200" cy="457200"/>
          </a:xfrm>
          <a:prstGeom prst="ellipse">
            <a:avLst/>
          </a:prstGeom>
          <a:solidFill>
            <a:srgbClr val="F6B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2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266090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Avoid extreme poses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293522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head rotations and asymmetric expressions hit the detail-loss cliff — FixTalk's core finding.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8046720" cy="658368"/>
          </a:xfrm>
          <a:prstGeom prst="rect">
            <a:avLst/>
          </a:prstGeom>
          <a:solidFill>
            <a:srgbClr val="1E24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3483864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2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343814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weights are limited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371246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17/23 FEED IDs; original HQ VoxCeleb2 is gone. Expect weaker results than the paper shows.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8046720" cy="658368"/>
          </a:xfrm>
          <a:prstGeom prst="rect">
            <a:avLst/>
          </a:prstGeom>
          <a:solidFill>
            <a:srgbClr val="1E24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1520" y="4261104"/>
            <a:ext cx="457200" cy="457200"/>
          </a:xfrm>
          <a:prstGeom prst="ellipse">
            <a:avLst/>
          </a:prstGeom>
          <a:solidFill>
            <a:srgbClr val="0ABD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2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17320" y="421538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Consider newer alternatives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17320" y="448970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FixTalk (GAN, lightweight), RealPortrait or X-NeMo (diffusion, higher quality) specifically target residual leakage.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AB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TL;DR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EMOPortraits reduced expression &amp; identity leakage vs MegaPortraits, but didn't eliminate either.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community treats this as an open problem </a:t>
            </a:r>
            <a:r>
              <a:rPr lang="en-US" sz="16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at least three follow-up papers (Takin-ADA, FixTalk, X-NeMo) specifically target residual artifacts.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production use, pair EMOPortraits with constrained source inputs, or evaluate the newer diffusion-based alternatives.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CVPR 2024 (EMOPortraits), arXiv (Takin-ADA, FixTalk, X-NeMo, RealPortrait), ResearchGate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</Words>
  <Application>Microsoft Office PowerPoint</Application>
  <PresentationFormat>On-screen Show (16:9)</PresentationFormat>
  <Paragraphs>51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EMOPortraits — Artifact &amp; Leakage Analysis</dc:title>
  <dc:subject>PptxGenJS Presentation</dc:subject>
  <dc:creator>Ash</dc:creator>
  <cp:lastModifiedBy>Steven Robbins</cp:lastModifiedBy>
  <cp:revision>1</cp:revision>
  <dcterms:created xsi:type="dcterms:W3CDTF">2026-04-10T20:00:32Z</dcterms:created>
  <dcterms:modified xsi:type="dcterms:W3CDTF">2026-04-10T20:11:40Z</dcterms:modified>
</cp:coreProperties>
</file>